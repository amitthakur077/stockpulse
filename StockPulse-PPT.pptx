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Funnel Sans" panose="020B0604020202020204" charset="0"/>
      <p:regular r:id="rId15"/>
    </p:embeddedFont>
    <p:embeddedFont>
      <p:font typeface="Funnel Sans Bold" panose="020B0604020202020204" charset="0"/>
      <p:regular r:id="rId16"/>
    </p:embeddedFont>
    <p:embeddedFont>
      <p:font typeface="Mona Sans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19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StockPulse: Real-Time Stock Analytics Web Application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Full-Stack Python &amp; Streamlit Solution for Multi-Market Portfolio Management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8D93E-9B25-4484-AFD1-3D7E74FE25AE}"/>
              </a:ext>
            </a:extLst>
          </p:cNvPr>
          <p:cNvSpPr txBox="1"/>
          <p:nvPr/>
        </p:nvSpPr>
        <p:spPr>
          <a:xfrm>
            <a:off x="233082" y="6338047"/>
            <a:ext cx="3460377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UID : 25MCC20030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1600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Overview &amp; Motivation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777206"/>
            <a:ext cx="6296860" cy="1252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6779" y="196631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926779" y="232380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Retail investors lack unified, real-time analytics across Indian &amp; US markets — forced to juggle multiple fragmented platforms simultaneously.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83136"/>
            <a:ext cx="6296860" cy="1252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6779" y="337224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Solution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926779" y="372973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StockPulse integrates live market data, technical analysis, and sentiment tracking into one cohesive dashboard interface.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89066"/>
            <a:ext cx="6296860" cy="12528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6779" y="477817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 Stack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26779" y="513566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· Streamlit · Plotly · SQLite · Yahoo Finance API — fully open-source, free-tier, and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7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Features: Market Dashboards &amp; Data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608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Dual-Market Support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Indian (NSE/BSE) and US (NASDAQ/NYSE) stock data via Yahoo Finance — 5,000+ tickers covered.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1608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Interactive Charts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Plotly candlestick and area charts with zoom, pan, and hover analytics for deep price exploration.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1608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9454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Smart Search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403229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Company-name autocomplete with fuzzy matching — type partial names and instantly surface matching tickers.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06434E-4C36-4AD8-9677-0E9688063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4734" y="6358710"/>
            <a:ext cx="2267266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Technical Indicators &amp; Sentiment Analysis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002234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Indicators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2421037"/>
            <a:ext cx="5226911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SMA &amp; EMA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track price trends with customizable periods and visual overlays on live charts.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RSI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identifies overbought/oversold conditions; </a:t>
            </a: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MACD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reveals momentum shifts in real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659" y="3807718"/>
            <a:ext cx="5226911" cy="19050"/>
          </a:xfrm>
          <a:prstGeom prst="roundRect">
            <a:avLst>
              <a:gd name="adj" fmla="val 49999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09659" y="4041477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Sentiment Layer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309659" y="4460280"/>
            <a:ext cx="5226911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Fear &amp; Greed Gauge: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Real-time sentiment index (0–100 scale) synthesizing multiple market psychology signals.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Treemap Heatmap:</a:t>
            </a: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Sector-level performance visualization for rapid macro-level market scanning and rotation analysis.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12436D-E1B5-4732-A0B7-B820A4C0C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734" y="6334026"/>
            <a:ext cx="2267266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88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Portfolio &amp; Watchlist Management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2114054"/>
            <a:ext cx="5888287" cy="33367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7207" y="1484313"/>
            <a:ext cx="3549264" cy="1441053"/>
          </a:xfrm>
          <a:prstGeom prst="roundRect">
            <a:avLst>
              <a:gd name="adj" fmla="val 4683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54188" y="1651298"/>
            <a:ext cx="32153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User Authentication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154188" y="2045196"/>
            <a:ext cx="32153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 login system with session management for multi-user support and data privacy.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987207" y="3061891"/>
            <a:ext cx="3549264" cy="1441053"/>
          </a:xfrm>
          <a:prstGeom prst="roundRect">
            <a:avLst>
              <a:gd name="adj" fmla="val 4683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4188" y="3228876"/>
            <a:ext cx="32153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SQLite Backend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154188" y="3622774"/>
            <a:ext cx="32153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Lightweight, serverless persistence for portfolios, watchlists, and full transaction history.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987207" y="4639469"/>
            <a:ext cx="3549264" cy="1441053"/>
          </a:xfrm>
          <a:prstGeom prst="roundRect">
            <a:avLst>
              <a:gd name="adj" fmla="val 4683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4188" y="4806454"/>
            <a:ext cx="3215302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Live P&amp;L Tracking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154188" y="5200352"/>
            <a:ext cx="3215302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profit/loss calculations with cost-basis, absolute gains, and percentage returns.</a:t>
            </a:r>
            <a:endParaRPr lang="en-US" sz="12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29BE2C-FD7B-4892-A8D4-234730D84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734" y="6372157"/>
            <a:ext cx="2267266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9625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Multi-Stock Comparison &amp; UI Design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461022"/>
            <a:ext cx="6296860" cy="3400623"/>
          </a:xfrm>
          <a:prstGeom prst="roundRect">
            <a:avLst>
              <a:gd name="adj" fmla="val 233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39710" y="2467372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66156" y="0"/>
                </a:moveTo>
                <a:lnTo>
                  <a:pt x="3142080" y="0"/>
                </a:lnTo>
                <a:lnTo>
                  <a:pt x="3142080" y="1996380"/>
                </a:lnTo>
                <a:lnTo>
                  <a:pt x="0" y="1996380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6" name="Text 3"/>
          <p:cNvSpPr/>
          <p:nvPr/>
        </p:nvSpPr>
        <p:spPr>
          <a:xfrm>
            <a:off x="5428717" y="2656384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Comparison Engine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065066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Side-by-side analysis of up to </a:t>
            </a:r>
            <a:r>
              <a:rPr lang="en-US" sz="14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5 stocks</a:t>
            </a: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with synchronized charts for relative valuation and peer benchmarking.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381790" y="2467372"/>
            <a:ext cx="3142080" cy="1996380"/>
          </a:xfrm>
          <a:custGeom>
            <a:avLst/>
            <a:gdLst/>
            <a:ahLst/>
            <a:cxnLst/>
            <a:rect l="l" t="t" r="r" b="b"/>
            <a:pathLst>
              <a:path w="3142080" h="1996380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467372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C8CACF"/>
          </a:solidFill>
          <a:ln/>
        </p:spPr>
      </p:sp>
      <p:sp>
        <p:nvSpPr>
          <p:cNvPr id="10" name="Text 7"/>
          <p:cNvSpPr/>
          <p:nvPr/>
        </p:nvSpPr>
        <p:spPr>
          <a:xfrm>
            <a:off x="8570797" y="2656384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Dark Glassmorphism UI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70797" y="3065066"/>
            <a:ext cx="276406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Custom CSS with frosted-glass effects, dark theme, and fully responsive design — aesthetics meeting usability.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9710" y="4463752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2E4E9"/>
          </a:solidFill>
          <a:ln/>
        </p:spPr>
      </p:sp>
      <p:sp>
        <p:nvSpPr>
          <p:cNvPr id="13" name="Shape 10"/>
          <p:cNvSpPr/>
          <p:nvPr/>
        </p:nvSpPr>
        <p:spPr>
          <a:xfrm>
            <a:off x="5239710" y="4463752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8CACF"/>
          </a:solidFill>
          <a:ln/>
        </p:spPr>
      </p:sp>
      <p:sp>
        <p:nvSpPr>
          <p:cNvPr id="14" name="Text 11"/>
          <p:cNvSpPr/>
          <p:nvPr/>
        </p:nvSpPr>
        <p:spPr>
          <a:xfrm>
            <a:off x="5428717" y="465276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Performance Metrics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28717" y="5061446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Volatility, Sharpe ratio, and correlation matrix empower users to optimize diversification and risk-adjusted returns.</a:t>
            </a:r>
            <a:endParaRPr lang="en-US" sz="14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A5F85C-64CC-4210-9172-AC521BDE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734" y="6306277"/>
            <a:ext cx="2267266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51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Architecture &amp; Technology Stack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2435027"/>
            <a:ext cx="5888287" cy="2694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4248" y="2786343"/>
            <a:ext cx="1302534" cy="1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Processing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94248" y="2995477"/>
            <a:ext cx="1435682" cy="24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with pandas and NumPy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337718" y="3672088"/>
            <a:ext cx="1302534" cy="1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20351" y="3881223"/>
            <a:ext cx="1319901" cy="24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Yahoo Finance via yfinance (free tier)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494248" y="4129434"/>
            <a:ext cx="1302534" cy="1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Core Database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94248" y="4338568"/>
            <a:ext cx="1435682" cy="24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SQLite: users, portfolios, watchlists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87207" y="1501874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87207" y="1889423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Streamlit with custom CSS delivers a responsive, interactive UI — no separate frontend framework required.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87207" y="273913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87207" y="3126680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Python ecosystem: </a:t>
            </a:r>
            <a:r>
              <a:rPr lang="en-US" sz="12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pandas &amp; NumPy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data processing; </a:t>
            </a:r>
            <a:r>
              <a:rPr lang="en-US" sz="1250" b="1" dirty="0">
                <a:solidFill>
                  <a:srgbClr val="52586B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yfinance</a:t>
            </a: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live market feeds.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87207" y="3738662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Database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87207" y="4126210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SQLite manages user accounts, portfolios, and watchlists — serverless, zero-cost, and fully portable.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87207" y="4975920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APIs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87207" y="5363468"/>
            <a:ext cx="354926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Yahoo Finance free-tier; optional sentiment APIs for the Fear &amp; Greed index. Zero infrastructure costs.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28C82E-422E-4944-A557-E708A6E7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734" y="6340781"/>
            <a:ext cx="2267266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9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Future Scope &amp; Conclusions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1627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ML Enhancements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255367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LSTM/GRU neural networks for price prediction; sentiment-driven trading signals leveraging temporal dependencies.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90162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Scalability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255367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PostgreSQL migration, cloud deployment on AWS/GCP, and real-time WebSocket feeds supporting thousands of concurrent users.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901627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84668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Impact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255367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Democratizes professional-grade analytics for retail investors and students — tools once exclusive to institutions, now open to all.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6668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2E4E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34372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02920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StockPulse empowers the next generation of data-driven investors with institutional-grade analytics built entirely on open-source, free-tier technology.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548</Words>
  <Application>Microsoft Office PowerPoint</Application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Funnel Sans</vt:lpstr>
      <vt:lpstr>Twemoji Mozilla</vt:lpstr>
      <vt:lpstr>Arial</vt:lpstr>
      <vt:lpstr>Mona Sans SemiBold</vt:lpstr>
      <vt:lpstr>Calibri</vt:lpstr>
      <vt:lpstr>Funnel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AMIT THAKUR</cp:lastModifiedBy>
  <cp:revision>2</cp:revision>
  <dcterms:created xsi:type="dcterms:W3CDTF">2026-09-10T08:17:08Z</dcterms:created>
  <dcterms:modified xsi:type="dcterms:W3CDTF">2026-09-10T08:20:55Z</dcterms:modified>
</cp:coreProperties>
</file>